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— Elastic Multimodal 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1 Setup — What Multimodal Artwork Search Proves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1 Architecture — Artwork 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Vector Space — One Shared Embedding Space — Vector space — rotating cloud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Vectorize &amp; Search — Interactive Pipeline — Vectorizing 36 artworks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Vectorize &amp; Search — Interactive Pipeline — Search — nearest neighbours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1 — Multimodal Artwork 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2 Setup — What Video Moment Search Proves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2 Architecture — Video 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Chunking — 8s Overlapping Moments — Video moment indexing — live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2 — Video Moment 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Teaser — jina-ocr-v1 — jina-ocr-v1 — pulsing reveal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1/fwycfvvs6vb6l_8f21knk3nc0000gn/T/fs-gifpptx-ozCYpe/s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1/fwycfvvs6vb6l_8f21knk3nc0000gn/T/fs-gifpptx-ozCYpe/s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1/fwycfvvs6vb6l_8f21knk3nc0000gn/T/fs-gifpptx-ozCYpe/s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1/fwycfvvs6vb6l_8f21knk3nc0000gn/T/fs-gifpptx-ozCYpe/s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1/fwycfvvs6vb6l_8f21knk3nc0000gn/T/fs-gifpptx-ozCYpe/s04-0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1/fwycfvvs6vb6l_8f21knk3nc0000gn/T/fs-gifpptx-ozCYpe/s05-0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1/fwycfvvs6vb6l_8f21knk3nc0000gn/T/fs-gifpptx-ozCYpe/s05-1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1/fwycfvvs6vb6l_8f21knk3nc0000gn/T/fs-gifpptx-ozCYpe/s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1/fwycfvvs6vb6l_8f21knk3nc0000gn/T/fs-gifpptx-ozCYpe/s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1/fwycfvvs6vb6l_8f21knk3nc0000gn/T/fs-gifpptx-ozCYpe/s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1/fwycfvvs6vb6l_8f21knk3nc0000gn/T/fs-gifpptx-ozCYpe/s09-0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1/fwycfvvs6vb6l_8f21knk3nc0000gn/T/fs-gifpptx-ozCYpe/s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w1/fwycfvvs6vb6l_8f21knk3nc0000gn/T/fs-gifpptx-ozCYpe/s11-0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Elastic Multimodal Search</dc:title>
  <dc:subject>PptxGenJS Presentation</dc:subject>
  <dc:creator>PptxGenJS</dc:creator>
  <cp:lastModifiedBy>PptxGenJS</cp:lastModifiedBy>
  <cp:revision>1</cp:revision>
  <dcterms:created xsi:type="dcterms:W3CDTF">2026-09-17T16:04:50Z</dcterms:created>
  <dcterms:modified xsi:type="dcterms:W3CDTF">2026-09-17T16:04:50Z</dcterms:modified>
</cp:coreProperties>
</file>